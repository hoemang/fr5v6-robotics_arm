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09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694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97656"/>
            <a:ext cx="7772400" cy="2122311"/>
          </a:xfrm>
        </p:spPr>
        <p:txBody>
          <a:bodyPr anchor="b"/>
          <a:lstStyle>
            <a:lvl1pPr algn="ctr">
              <a:defRPr sz="53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201812"/>
            <a:ext cx="6858000" cy="1471788"/>
          </a:xfrm>
        </p:spPr>
        <p:txBody>
          <a:bodyPr/>
          <a:lstStyle>
            <a:lvl1pPr marL="0" indent="0" algn="ctr">
              <a:buNone/>
              <a:defRPr sz="2133"/>
            </a:lvl1pPr>
            <a:lvl2pPr marL="406405" indent="0" algn="ctr">
              <a:buNone/>
              <a:defRPr sz="1778"/>
            </a:lvl2pPr>
            <a:lvl3pPr marL="812810" indent="0" algn="ctr">
              <a:buNone/>
              <a:defRPr sz="1600"/>
            </a:lvl3pPr>
            <a:lvl4pPr marL="1219215" indent="0" algn="ctr">
              <a:buNone/>
              <a:defRPr sz="1422"/>
            </a:lvl4pPr>
            <a:lvl5pPr marL="1625620" indent="0" algn="ctr">
              <a:buNone/>
              <a:defRPr sz="1422"/>
            </a:lvl5pPr>
            <a:lvl6pPr marL="2032025" indent="0" algn="ctr">
              <a:buNone/>
              <a:defRPr sz="1422"/>
            </a:lvl6pPr>
            <a:lvl7pPr marL="2438430" indent="0" algn="ctr">
              <a:buNone/>
              <a:defRPr sz="1422"/>
            </a:lvl7pPr>
            <a:lvl8pPr marL="2844836" indent="0" algn="ctr">
              <a:buNone/>
              <a:defRPr sz="1422"/>
            </a:lvl8pPr>
            <a:lvl9pPr marL="3251241" indent="0" algn="ctr">
              <a:buNone/>
              <a:defRPr sz="142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8B68-4C7D-4E0F-A965-D0D54F69E5F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3F9-3484-45C7-AF87-79D8954D8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76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8B68-4C7D-4E0F-A965-D0D54F69E5F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3F9-3484-45C7-AF87-79D8954D8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59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519769"/>
            <a:ext cx="7886700" cy="2535766"/>
          </a:xfrm>
        </p:spPr>
        <p:txBody>
          <a:bodyPr anchor="b"/>
          <a:lstStyle>
            <a:lvl1pPr>
              <a:defRPr sz="53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079524"/>
            <a:ext cx="7886700" cy="1333500"/>
          </a:xfrm>
        </p:spPr>
        <p:txBody>
          <a:bodyPr/>
          <a:lstStyle>
            <a:lvl1pPr marL="0" indent="0">
              <a:buNone/>
              <a:defRPr sz="2133">
                <a:solidFill>
                  <a:schemeClr val="tx1"/>
                </a:solidFill>
              </a:defRPr>
            </a:lvl1pPr>
            <a:lvl2pPr marL="406405" indent="0">
              <a:buNone/>
              <a:defRPr sz="1778">
                <a:solidFill>
                  <a:schemeClr val="tx1">
                    <a:tint val="75000"/>
                  </a:schemeClr>
                </a:solidFill>
              </a:defRPr>
            </a:lvl2pPr>
            <a:lvl3pPr marL="8128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219215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4pPr>
            <a:lvl5pPr marL="1625620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5pPr>
            <a:lvl6pPr marL="2032025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6pPr>
            <a:lvl7pPr marL="2438430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7pPr>
            <a:lvl8pPr marL="2844836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8pPr>
            <a:lvl9pPr marL="3251241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8B68-4C7D-4E0F-A965-D0D54F69E5F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3F9-3484-45C7-AF87-79D8954D8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64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622778"/>
            <a:ext cx="3886200" cy="3867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22778"/>
            <a:ext cx="3886200" cy="3867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8B68-4C7D-4E0F-A965-D0D54F69E5F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3F9-3484-45C7-AF87-79D8954D8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81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24557"/>
            <a:ext cx="7886700" cy="1178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94367"/>
            <a:ext cx="3868340" cy="73236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405" indent="0">
              <a:buNone/>
              <a:defRPr sz="1778" b="1"/>
            </a:lvl2pPr>
            <a:lvl3pPr marL="812810" indent="0">
              <a:buNone/>
              <a:defRPr sz="1600" b="1"/>
            </a:lvl3pPr>
            <a:lvl4pPr marL="1219215" indent="0">
              <a:buNone/>
              <a:defRPr sz="1422" b="1"/>
            </a:lvl4pPr>
            <a:lvl5pPr marL="1625620" indent="0">
              <a:buNone/>
              <a:defRPr sz="1422" b="1"/>
            </a:lvl5pPr>
            <a:lvl6pPr marL="2032025" indent="0">
              <a:buNone/>
              <a:defRPr sz="1422" b="1"/>
            </a:lvl6pPr>
            <a:lvl7pPr marL="2438430" indent="0">
              <a:buNone/>
              <a:defRPr sz="1422" b="1"/>
            </a:lvl7pPr>
            <a:lvl8pPr marL="2844836" indent="0">
              <a:buNone/>
              <a:defRPr sz="1422" b="1"/>
            </a:lvl8pPr>
            <a:lvl9pPr marL="3251241" indent="0">
              <a:buNone/>
              <a:defRPr sz="14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226734"/>
            <a:ext cx="3868340" cy="3275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494367"/>
            <a:ext cx="3887391" cy="73236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405" indent="0">
              <a:buNone/>
              <a:defRPr sz="1778" b="1"/>
            </a:lvl2pPr>
            <a:lvl3pPr marL="812810" indent="0">
              <a:buNone/>
              <a:defRPr sz="1600" b="1"/>
            </a:lvl3pPr>
            <a:lvl4pPr marL="1219215" indent="0">
              <a:buNone/>
              <a:defRPr sz="1422" b="1"/>
            </a:lvl4pPr>
            <a:lvl5pPr marL="1625620" indent="0">
              <a:buNone/>
              <a:defRPr sz="1422" b="1"/>
            </a:lvl5pPr>
            <a:lvl6pPr marL="2032025" indent="0">
              <a:buNone/>
              <a:defRPr sz="1422" b="1"/>
            </a:lvl6pPr>
            <a:lvl7pPr marL="2438430" indent="0">
              <a:buNone/>
              <a:defRPr sz="1422" b="1"/>
            </a:lvl7pPr>
            <a:lvl8pPr marL="2844836" indent="0">
              <a:buNone/>
              <a:defRPr sz="1422" b="1"/>
            </a:lvl8pPr>
            <a:lvl9pPr marL="3251241" indent="0">
              <a:buNone/>
              <a:defRPr sz="14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226734"/>
            <a:ext cx="3887391" cy="3275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8B68-4C7D-4E0F-A965-D0D54F69E5F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3F9-3484-45C7-AF87-79D8954D8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1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8B68-4C7D-4E0F-A965-D0D54F69E5F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3F9-3484-45C7-AF87-79D8954D8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63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8B68-4C7D-4E0F-A965-D0D54F69E5F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3F9-3484-45C7-AF87-79D8954D8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6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06400"/>
            <a:ext cx="2949178" cy="142240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77713"/>
            <a:ext cx="4629150" cy="4332111"/>
          </a:xfrm>
        </p:spPr>
        <p:txBody>
          <a:bodyPr/>
          <a:lstStyle>
            <a:lvl1pPr>
              <a:defRPr sz="2844"/>
            </a:lvl1pPr>
            <a:lvl2pPr>
              <a:defRPr sz="2489"/>
            </a:lvl2pPr>
            <a:lvl3pPr>
              <a:defRPr sz="2133"/>
            </a:lvl3pPr>
            <a:lvl4pPr>
              <a:defRPr sz="1778"/>
            </a:lvl4pPr>
            <a:lvl5pPr>
              <a:defRPr sz="1778"/>
            </a:lvl5pPr>
            <a:lvl6pPr>
              <a:defRPr sz="1778"/>
            </a:lvl6pPr>
            <a:lvl7pPr>
              <a:defRPr sz="1778"/>
            </a:lvl7pPr>
            <a:lvl8pPr>
              <a:defRPr sz="1778"/>
            </a:lvl8pPr>
            <a:lvl9pPr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828800"/>
            <a:ext cx="2949178" cy="3388078"/>
          </a:xfrm>
        </p:spPr>
        <p:txBody>
          <a:bodyPr/>
          <a:lstStyle>
            <a:lvl1pPr marL="0" indent="0">
              <a:buNone/>
              <a:defRPr sz="1422"/>
            </a:lvl1pPr>
            <a:lvl2pPr marL="406405" indent="0">
              <a:buNone/>
              <a:defRPr sz="1244"/>
            </a:lvl2pPr>
            <a:lvl3pPr marL="812810" indent="0">
              <a:buNone/>
              <a:defRPr sz="1067"/>
            </a:lvl3pPr>
            <a:lvl4pPr marL="1219215" indent="0">
              <a:buNone/>
              <a:defRPr sz="889"/>
            </a:lvl4pPr>
            <a:lvl5pPr marL="1625620" indent="0">
              <a:buNone/>
              <a:defRPr sz="889"/>
            </a:lvl5pPr>
            <a:lvl6pPr marL="2032025" indent="0">
              <a:buNone/>
              <a:defRPr sz="889"/>
            </a:lvl6pPr>
            <a:lvl7pPr marL="2438430" indent="0">
              <a:buNone/>
              <a:defRPr sz="889"/>
            </a:lvl7pPr>
            <a:lvl8pPr marL="2844836" indent="0">
              <a:buNone/>
              <a:defRPr sz="889"/>
            </a:lvl8pPr>
            <a:lvl9pPr marL="3251241" indent="0">
              <a:buNone/>
              <a:defRPr sz="88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8B68-4C7D-4E0F-A965-D0D54F69E5F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3F9-3484-45C7-AF87-79D8954D8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8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06400"/>
            <a:ext cx="2949178" cy="142240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77713"/>
            <a:ext cx="4629150" cy="4332111"/>
          </a:xfrm>
        </p:spPr>
        <p:txBody>
          <a:bodyPr anchor="t"/>
          <a:lstStyle>
            <a:lvl1pPr marL="0" indent="0">
              <a:buNone/>
              <a:defRPr sz="2844"/>
            </a:lvl1pPr>
            <a:lvl2pPr marL="406405" indent="0">
              <a:buNone/>
              <a:defRPr sz="2489"/>
            </a:lvl2pPr>
            <a:lvl3pPr marL="812810" indent="0">
              <a:buNone/>
              <a:defRPr sz="2133"/>
            </a:lvl3pPr>
            <a:lvl4pPr marL="1219215" indent="0">
              <a:buNone/>
              <a:defRPr sz="1778"/>
            </a:lvl4pPr>
            <a:lvl5pPr marL="1625620" indent="0">
              <a:buNone/>
              <a:defRPr sz="1778"/>
            </a:lvl5pPr>
            <a:lvl6pPr marL="2032025" indent="0">
              <a:buNone/>
              <a:defRPr sz="1778"/>
            </a:lvl6pPr>
            <a:lvl7pPr marL="2438430" indent="0">
              <a:buNone/>
              <a:defRPr sz="1778"/>
            </a:lvl7pPr>
            <a:lvl8pPr marL="2844836" indent="0">
              <a:buNone/>
              <a:defRPr sz="1778"/>
            </a:lvl8pPr>
            <a:lvl9pPr marL="3251241" indent="0">
              <a:buNone/>
              <a:defRPr sz="177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828800"/>
            <a:ext cx="2949178" cy="3388078"/>
          </a:xfrm>
        </p:spPr>
        <p:txBody>
          <a:bodyPr/>
          <a:lstStyle>
            <a:lvl1pPr marL="0" indent="0">
              <a:buNone/>
              <a:defRPr sz="1422"/>
            </a:lvl1pPr>
            <a:lvl2pPr marL="406405" indent="0">
              <a:buNone/>
              <a:defRPr sz="1244"/>
            </a:lvl2pPr>
            <a:lvl3pPr marL="812810" indent="0">
              <a:buNone/>
              <a:defRPr sz="1067"/>
            </a:lvl3pPr>
            <a:lvl4pPr marL="1219215" indent="0">
              <a:buNone/>
              <a:defRPr sz="889"/>
            </a:lvl4pPr>
            <a:lvl5pPr marL="1625620" indent="0">
              <a:buNone/>
              <a:defRPr sz="889"/>
            </a:lvl5pPr>
            <a:lvl6pPr marL="2032025" indent="0">
              <a:buNone/>
              <a:defRPr sz="889"/>
            </a:lvl6pPr>
            <a:lvl7pPr marL="2438430" indent="0">
              <a:buNone/>
              <a:defRPr sz="889"/>
            </a:lvl7pPr>
            <a:lvl8pPr marL="2844836" indent="0">
              <a:buNone/>
              <a:defRPr sz="889"/>
            </a:lvl8pPr>
            <a:lvl9pPr marL="3251241" indent="0">
              <a:buNone/>
              <a:defRPr sz="88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8B68-4C7D-4E0F-A965-D0D54F69E5F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3F9-3484-45C7-AF87-79D8954D8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64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8B68-4C7D-4E0F-A965-D0D54F69E5F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3F9-3484-45C7-AF87-79D8954D8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2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24556"/>
            <a:ext cx="1971675" cy="51660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24556"/>
            <a:ext cx="5800725" cy="51660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8B68-4C7D-4E0F-A965-D0D54F69E5F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3F9-3484-45C7-AF87-79D8954D8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2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24557"/>
            <a:ext cx="7886700" cy="1178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622778"/>
            <a:ext cx="7886700" cy="3867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650090"/>
            <a:ext cx="2057400" cy="3245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28B68-4C7D-4E0F-A965-D0D54F69E5F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650090"/>
            <a:ext cx="3086100" cy="3245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650090"/>
            <a:ext cx="2057400" cy="3245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003F9-3484-45C7-AF87-79D8954D8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67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2810" rtl="0" eaLnBrk="1" latinLnBrk="0" hangingPunct="1">
        <a:lnSpc>
          <a:spcPct val="90000"/>
        </a:lnSpc>
        <a:spcBef>
          <a:spcPct val="0"/>
        </a:spcBef>
        <a:buNone/>
        <a:defRPr sz="39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203" indent="-203203" algn="l" defTabSz="81281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2489" kern="1200">
          <a:solidFill>
            <a:schemeClr val="tx1"/>
          </a:solidFill>
          <a:latin typeface="+mn-lt"/>
          <a:ea typeface="+mn-ea"/>
          <a:cs typeface="+mn-cs"/>
        </a:defRPr>
      </a:lvl1pPr>
      <a:lvl2pPr marL="609608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16013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3pPr>
      <a:lvl4pPr marL="1422418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35228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41633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48038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54443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405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810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9215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620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2025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8430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836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1241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mputer screen shot of a machine&#10;&#10;Description automatically generated">
            <a:extLst>
              <a:ext uri="{FF2B5EF4-FFF2-40B4-BE49-F238E27FC236}">
                <a16:creationId xmlns:a16="http://schemas.microsoft.com/office/drawing/2014/main" id="{61ABD5ED-9BCA-4436-890F-54D4DDDCF2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1" t="1493" r="57601" b="28874"/>
          <a:stretch/>
        </p:blipFill>
        <p:spPr>
          <a:xfrm>
            <a:off x="1485964" y="0"/>
            <a:ext cx="6172072" cy="6096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9126D4-82EF-4858-8EDE-BD20823C7953}"/>
              </a:ext>
            </a:extLst>
          </p:cNvPr>
          <p:cNvSpPr txBox="1"/>
          <p:nvPr/>
        </p:nvSpPr>
        <p:spPr>
          <a:xfrm>
            <a:off x="510540" y="4533900"/>
            <a:ext cx="641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C318C3C-7ECD-4D54-A0ED-E2C77836F7DB}"/>
              </a:ext>
            </a:extLst>
          </p:cNvPr>
          <p:cNvCxnSpPr>
            <a:stCxn id="8" idx="3"/>
          </p:cNvCxnSpPr>
          <p:nvPr/>
        </p:nvCxnSpPr>
        <p:spPr>
          <a:xfrm>
            <a:off x="1152062" y="4887843"/>
            <a:ext cx="1690198" cy="47663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6C92CD-9A7E-477F-A9A3-17D30FE24C49}"/>
              </a:ext>
            </a:extLst>
          </p:cNvPr>
          <p:cNvSpPr txBox="1"/>
          <p:nvPr/>
        </p:nvSpPr>
        <p:spPr>
          <a:xfrm>
            <a:off x="510540" y="2865120"/>
            <a:ext cx="641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D7BF8A-D152-4F3E-BB58-12E572690F6E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1152062" y="3219063"/>
            <a:ext cx="2436958" cy="70788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0667240-C3A0-478D-939E-E8DD03E37F6F}"/>
              </a:ext>
            </a:extLst>
          </p:cNvPr>
          <p:cNvSpPr txBox="1"/>
          <p:nvPr/>
        </p:nvSpPr>
        <p:spPr>
          <a:xfrm>
            <a:off x="8442239" y="922021"/>
            <a:ext cx="641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J4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899D99-3F9E-4A9A-9BAB-AE8270323D62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5547360" y="1275964"/>
            <a:ext cx="2894879" cy="24273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D969956-5B5A-4AB2-93A2-B1C166AC1B84}"/>
              </a:ext>
            </a:extLst>
          </p:cNvPr>
          <p:cNvSpPr txBox="1"/>
          <p:nvPr/>
        </p:nvSpPr>
        <p:spPr>
          <a:xfrm>
            <a:off x="510540" y="731520"/>
            <a:ext cx="641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J3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554133D-0A88-40A2-97DC-17425F288DE2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1152062" y="906781"/>
            <a:ext cx="2802718" cy="17868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337EE0-40F6-439B-ABE8-F3CE55546F39}"/>
              </a:ext>
            </a:extLst>
          </p:cNvPr>
          <p:cNvSpPr txBox="1"/>
          <p:nvPr/>
        </p:nvSpPr>
        <p:spPr>
          <a:xfrm>
            <a:off x="8418001" y="2300854"/>
            <a:ext cx="641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J5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2BA527-755E-4685-A357-767FFEAB524E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5753100" y="2654797"/>
            <a:ext cx="2664901" cy="137883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5B6AF86-8CE7-4878-86E8-85DAE70E3699}"/>
              </a:ext>
            </a:extLst>
          </p:cNvPr>
          <p:cNvSpPr txBox="1"/>
          <p:nvPr/>
        </p:nvSpPr>
        <p:spPr>
          <a:xfrm>
            <a:off x="8418001" y="3362683"/>
            <a:ext cx="641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J6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3EDCD29-B0C9-4F84-A0DE-610F54077F22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6413905" y="3716626"/>
            <a:ext cx="2004096" cy="94833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969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orange robotic arm&#10;&#10;Description automatically generated">
            <a:extLst>
              <a:ext uri="{FF2B5EF4-FFF2-40B4-BE49-F238E27FC236}">
                <a16:creationId xmlns:a16="http://schemas.microsoft.com/office/drawing/2014/main" id="{ABC273D5-0187-40B1-B6D3-759C74B93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590825"/>
            <a:ext cx="4582189" cy="4798103"/>
          </a:xfrm>
          <a:prstGeom prst="rect">
            <a:avLst/>
          </a:prstGeom>
        </p:spPr>
      </p:pic>
      <p:pic>
        <p:nvPicPr>
          <p:cNvPr id="5" name="Picture 4" descr="A white and orange robotic arm&#10;&#10;Description automatically generated">
            <a:extLst>
              <a:ext uri="{FF2B5EF4-FFF2-40B4-BE49-F238E27FC236}">
                <a16:creationId xmlns:a16="http://schemas.microsoft.com/office/drawing/2014/main" id="{B93BFF51-8DE7-423E-9570-43F3B39EF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144" y="648948"/>
            <a:ext cx="4681856" cy="468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13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D4663C-ACEA-4D7B-8143-E3C7F691C7A8}"/>
              </a:ext>
            </a:extLst>
          </p:cNvPr>
          <p:cNvSpPr/>
          <p:nvPr/>
        </p:nvSpPr>
        <p:spPr>
          <a:xfrm>
            <a:off x="-2" y="-3048"/>
            <a:ext cx="9144000" cy="6099048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226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</Words>
  <Application>Microsoft Office PowerPoint</Application>
  <PresentationFormat>Custom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2026-06-14T14:53:53Z</dcterms:created>
  <dcterms:modified xsi:type="dcterms:W3CDTF">2026-06-14T14:57:35Z</dcterms:modified>
</cp:coreProperties>
</file>